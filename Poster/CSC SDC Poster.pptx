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6576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11520" userDrawn="1">
          <p15:clr>
            <a:srgbClr val="A4A3A4"/>
          </p15:clr>
        </p15:guide>
        <p15:guide id="3" pos="5760" userDrawn="1">
          <p15:clr>
            <a:srgbClr val="A4A3A4"/>
          </p15:clr>
        </p15:guide>
        <p15:guide id="4" pos="17280" userDrawn="1">
          <p15:clr>
            <a:srgbClr val="A4A3A4"/>
          </p15:clr>
        </p15:guide>
        <p15:guide id="5" orient="horz" pos="5760" userDrawn="1">
          <p15:clr>
            <a:srgbClr val="A4A3A4"/>
          </p15:clr>
        </p15:guide>
        <p15:guide id="6" orient="horz" pos="11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5" d="100"/>
          <a:sy n="25" d="100"/>
        </p:scale>
        <p:origin x="1872" y="108"/>
      </p:cViewPr>
      <p:guideLst>
        <p:guide orient="horz" pos="8640"/>
        <p:guide pos="11520"/>
        <p:guide pos="5760"/>
        <p:guide pos="17280"/>
        <p:guide orient="horz" pos="5760"/>
        <p:guide orient="horz"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4489452"/>
            <a:ext cx="31089600" cy="9550400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4408152"/>
            <a:ext cx="27432000" cy="6623048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4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6838958"/>
            <a:ext cx="31546800" cy="11410948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18357858"/>
            <a:ext cx="31546800" cy="6000748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82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1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7302500"/>
            <a:ext cx="155448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7302500"/>
            <a:ext cx="155448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2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460506"/>
            <a:ext cx="315468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6724652"/>
            <a:ext cx="15473360" cy="329564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0020300"/>
            <a:ext cx="15473360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6724652"/>
            <a:ext cx="15549564" cy="329564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0020300"/>
            <a:ext cx="15549564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5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2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54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828800"/>
            <a:ext cx="11796712" cy="64008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3949706"/>
            <a:ext cx="18516600" cy="19494500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8229600"/>
            <a:ext cx="11796712" cy="15246352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9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828800"/>
            <a:ext cx="11796712" cy="64008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3949706"/>
            <a:ext cx="18516600" cy="19494500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8229600"/>
            <a:ext cx="11796712" cy="15246352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6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6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1460500"/>
            <a:ext cx="7886700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1460500"/>
            <a:ext cx="23202900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63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460506"/>
            <a:ext cx="315468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7302500"/>
            <a:ext cx="315468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B830F-8D59-4B23-9C61-1E12B66C3D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B2BA5-E116-47A3-9712-9B7E17F08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3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41066-97F7-200C-E910-134E5560C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2700" y="540544"/>
            <a:ext cx="16230600" cy="1492456"/>
          </a:xfrm>
        </p:spPr>
        <p:txBody>
          <a:bodyPr>
            <a:normAutofit fontScale="90000"/>
          </a:bodyPr>
          <a:lstStyle/>
          <a:p>
            <a:r>
              <a:rPr lang="en-US" sz="12000" b="1" dirty="0"/>
              <a:t>The Nutrition Adventures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B62CFDF-B819-D5A7-DA01-BB54B2309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707" y="302147"/>
            <a:ext cx="9110663" cy="149245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BC47AF0-1970-3A10-DEAF-3DE790815B08}"/>
              </a:ext>
            </a:extLst>
          </p:cNvPr>
          <p:cNvSpPr txBox="1">
            <a:spLocks/>
          </p:cNvSpPr>
          <p:nvPr/>
        </p:nvSpPr>
        <p:spPr>
          <a:xfrm>
            <a:off x="7680325" y="2114552"/>
            <a:ext cx="21215350" cy="10772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3657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6000" b="1" dirty="0"/>
              <a:t>Moe Ko, Juni Qureshi, </a:t>
            </a:r>
            <a:r>
              <a:rPr lang="en-US" sz="6000" b="1" dirty="0" err="1"/>
              <a:t>Snehanshu</a:t>
            </a:r>
            <a:r>
              <a:rPr lang="en-US" sz="6000" b="1" dirty="0"/>
              <a:t> Samanta, Matthew </a:t>
            </a:r>
            <a:r>
              <a:rPr lang="en-US" sz="6000" b="1" dirty="0" err="1"/>
              <a:t>Shooman</a:t>
            </a:r>
            <a:r>
              <a:rPr lang="en-US" sz="6000" b="1" dirty="0"/>
              <a:t>, Alican Sumer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411BE-932F-EE06-DF72-52D5D8F637F2}"/>
              </a:ext>
            </a:extLst>
          </p:cNvPr>
          <p:cNvSpPr txBox="1"/>
          <p:nvPr/>
        </p:nvSpPr>
        <p:spPr>
          <a:xfrm>
            <a:off x="26750963" y="540544"/>
            <a:ext cx="9486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[INSERT SPONSOR LOGO]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3BA45-15FF-D3C7-97B6-91F77915A785}"/>
              </a:ext>
            </a:extLst>
          </p:cNvPr>
          <p:cNvSpPr txBox="1"/>
          <p:nvPr/>
        </p:nvSpPr>
        <p:spPr>
          <a:xfrm>
            <a:off x="606424" y="3564209"/>
            <a:ext cx="75448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400" dirty="0"/>
              <a:t>Sponsor Background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CD8128-4DFE-71A1-A0CC-C045FCD55B61}"/>
              </a:ext>
            </a:extLst>
          </p:cNvPr>
          <p:cNvSpPr txBox="1"/>
          <p:nvPr/>
        </p:nvSpPr>
        <p:spPr>
          <a:xfrm>
            <a:off x="1906841" y="10074063"/>
            <a:ext cx="51716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400" dirty="0"/>
              <a:t>Requirements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0C8A14-BAF8-6EE3-8A52-1B59464C6252}"/>
              </a:ext>
            </a:extLst>
          </p:cNvPr>
          <p:cNvSpPr txBox="1"/>
          <p:nvPr/>
        </p:nvSpPr>
        <p:spPr>
          <a:xfrm>
            <a:off x="30580220" y="17210782"/>
            <a:ext cx="26500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400" dirty="0"/>
              <a:t>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DE0F53-B039-28EA-B5C8-A24BD4431E1F}"/>
              </a:ext>
            </a:extLst>
          </p:cNvPr>
          <p:cNvSpPr txBox="1"/>
          <p:nvPr/>
        </p:nvSpPr>
        <p:spPr>
          <a:xfrm>
            <a:off x="31009023" y="3564209"/>
            <a:ext cx="17924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400" dirty="0"/>
              <a:t>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3A7FF4-2B65-3FAA-DF2E-2D69CAD8EDBD}"/>
              </a:ext>
            </a:extLst>
          </p:cNvPr>
          <p:cNvSpPr txBox="1"/>
          <p:nvPr/>
        </p:nvSpPr>
        <p:spPr>
          <a:xfrm>
            <a:off x="14133996" y="3564209"/>
            <a:ext cx="8308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400" dirty="0"/>
              <a:t>HIGH LEVEL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E6252E-F7C1-B447-456D-104E54C3F395}"/>
              </a:ext>
            </a:extLst>
          </p:cNvPr>
          <p:cNvSpPr txBox="1"/>
          <p:nvPr/>
        </p:nvSpPr>
        <p:spPr>
          <a:xfrm>
            <a:off x="15689906" y="17210782"/>
            <a:ext cx="51961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400" dirty="0"/>
              <a:t>TWINE STORY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76B6A1-0ED9-0027-0C95-CAE2B24865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" b="5427"/>
          <a:stretch>
            <a:fillRect/>
          </a:stretch>
        </p:blipFill>
        <p:spPr>
          <a:xfrm>
            <a:off x="9322093" y="4731344"/>
            <a:ext cx="17931814" cy="123256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9A54E9-61D7-71A1-794E-F7FF1CF2E0C6}"/>
              </a:ext>
            </a:extLst>
          </p:cNvPr>
          <p:cNvSpPr txBox="1"/>
          <p:nvPr/>
        </p:nvSpPr>
        <p:spPr>
          <a:xfrm>
            <a:off x="2020654" y="17146888"/>
            <a:ext cx="49439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400" dirty="0"/>
              <a:t>Project Goals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E1259C9-8F12-5999-B4D6-48ECE74396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093" y="18596545"/>
            <a:ext cx="17931814" cy="749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0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840</TotalTime>
  <Words>34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The Nutrition Adventures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Moe Ko</dc:creator>
  <cp:lastModifiedBy>Moe Ko</cp:lastModifiedBy>
  <cp:revision>4</cp:revision>
  <dcterms:created xsi:type="dcterms:W3CDTF">2026-03-25T15:56:08Z</dcterms:created>
  <dcterms:modified xsi:type="dcterms:W3CDTF">2026-03-27T16:42:59Z</dcterms:modified>
</cp:coreProperties>
</file>