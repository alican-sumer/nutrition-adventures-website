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36576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26" d="100"/>
          <a:sy n="26" d="100"/>
        </p:scale>
        <p:origin x="195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4489452"/>
            <a:ext cx="31089600" cy="9550400"/>
          </a:xfrm>
        </p:spPr>
        <p:txBody>
          <a:bodyPr anchor="b"/>
          <a:lstStyle>
            <a:lvl1pPr algn="ctr"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4408152"/>
            <a:ext cx="27432000" cy="6623048"/>
          </a:xfrm>
        </p:spPr>
        <p:txBody>
          <a:bodyPr/>
          <a:lstStyle>
            <a:lvl1pPr marL="0" indent="0" algn="ctr">
              <a:buNone/>
              <a:defRPr sz="9600"/>
            </a:lvl1pPr>
            <a:lvl2pPr marL="1828800" indent="0" algn="ctr">
              <a:buNone/>
              <a:defRPr sz="8000"/>
            </a:lvl2pPr>
            <a:lvl3pPr marL="3657600" indent="0" algn="ctr">
              <a:buNone/>
              <a:defRPr sz="7200"/>
            </a:lvl3pPr>
            <a:lvl4pPr marL="5486400" indent="0" algn="ctr">
              <a:buNone/>
              <a:defRPr sz="6400"/>
            </a:lvl4pPr>
            <a:lvl5pPr marL="7315200" indent="0" algn="ctr">
              <a:buNone/>
              <a:defRPr sz="6400"/>
            </a:lvl5pPr>
            <a:lvl6pPr marL="9144000" indent="0" algn="ctr">
              <a:buNone/>
              <a:defRPr sz="6400"/>
            </a:lvl6pPr>
            <a:lvl7pPr marL="10972800" indent="0" algn="ctr">
              <a:buNone/>
              <a:defRPr sz="6400"/>
            </a:lvl7pPr>
            <a:lvl8pPr marL="12801600" indent="0" algn="ctr">
              <a:buNone/>
              <a:defRPr sz="6400"/>
            </a:lvl8pPr>
            <a:lvl9pPr marL="14630400" indent="0" algn="ctr">
              <a:buNone/>
              <a:defRPr sz="6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48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9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2" y="6838958"/>
            <a:ext cx="31546800" cy="11410948"/>
          </a:xfrm>
        </p:spPr>
        <p:txBody>
          <a:bodyPr anchor="b"/>
          <a:lstStyle>
            <a:lvl1pPr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2" y="18357858"/>
            <a:ext cx="31546800" cy="6000748"/>
          </a:xfrm>
        </p:spPr>
        <p:txBody>
          <a:bodyPr/>
          <a:lstStyle>
            <a:lvl1pPr marL="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1pPr>
            <a:lvl2pPr marL="18288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2pPr>
            <a:lvl3pPr marL="365760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3pPr>
            <a:lvl4pPr marL="5486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4pPr>
            <a:lvl5pPr marL="73152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5pPr>
            <a:lvl6pPr marL="91440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6pPr>
            <a:lvl7pPr marL="109728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7pPr>
            <a:lvl8pPr marL="128016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8pPr>
            <a:lvl9pPr marL="14630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415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24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460506"/>
            <a:ext cx="315468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8" y="6724652"/>
            <a:ext cx="15473360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8" y="10020300"/>
            <a:ext cx="1547336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2" y="6724652"/>
            <a:ext cx="15549564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2" y="10020300"/>
            <a:ext cx="15549564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54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2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54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3949706"/>
            <a:ext cx="18516600" cy="19494500"/>
          </a:xfrm>
        </p:spPr>
        <p:txBody>
          <a:bodyPr/>
          <a:lstStyle>
            <a:lvl1pPr>
              <a:defRPr sz="12800"/>
            </a:lvl1pPr>
            <a:lvl2pPr>
              <a:defRPr sz="11200"/>
            </a:lvl2pPr>
            <a:lvl3pPr>
              <a:defRPr sz="96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597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3949706"/>
            <a:ext cx="18516600" cy="19494500"/>
          </a:xfrm>
        </p:spPr>
        <p:txBody>
          <a:bodyPr anchor="t"/>
          <a:lstStyle>
            <a:lvl1pPr marL="0" indent="0">
              <a:buNone/>
              <a:defRPr sz="12800"/>
            </a:lvl1pPr>
            <a:lvl2pPr marL="1828800" indent="0">
              <a:buNone/>
              <a:defRPr sz="11200"/>
            </a:lvl2pPr>
            <a:lvl3pPr marL="3657600" indent="0">
              <a:buNone/>
              <a:defRPr sz="9600"/>
            </a:lvl3pPr>
            <a:lvl4pPr marL="5486400" indent="0">
              <a:buNone/>
              <a:defRPr sz="8000"/>
            </a:lvl4pPr>
            <a:lvl5pPr marL="7315200" indent="0">
              <a:buNone/>
              <a:defRPr sz="8000"/>
            </a:lvl5pPr>
            <a:lvl6pPr marL="9144000" indent="0">
              <a:buNone/>
              <a:defRPr sz="8000"/>
            </a:lvl6pPr>
            <a:lvl7pPr marL="10972800" indent="0">
              <a:buNone/>
              <a:defRPr sz="8000"/>
            </a:lvl7pPr>
            <a:lvl8pPr marL="12801600" indent="0">
              <a:buNone/>
              <a:defRPr sz="8000"/>
            </a:lvl8pPr>
            <a:lvl9pPr marL="14630400" indent="0">
              <a:buNone/>
              <a:defRPr sz="8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69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160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2" y="1460500"/>
            <a:ext cx="7886700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2" y="1460500"/>
            <a:ext cx="23202900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63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0" y="1460506"/>
            <a:ext cx="315468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0" y="7302500"/>
            <a:ext cx="315468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B830F-8D59-4B23-9C61-1E12B66C3D45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0" y="25425406"/>
            <a:ext cx="123444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93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0" rtl="0" eaLnBrk="1" latinLnBrk="0" hangingPunct="1">
        <a:lnSpc>
          <a:spcPct val="90000"/>
        </a:lnSpc>
        <a:spcBef>
          <a:spcPct val="0"/>
        </a:spcBef>
        <a:buNone/>
        <a:defRPr sz="17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0" indent="-914400" algn="l" defTabSz="3657600" rtl="0" eaLnBrk="1" latinLnBrk="0" hangingPunct="1">
        <a:lnSpc>
          <a:spcPct val="90000"/>
        </a:lnSpc>
        <a:spcBef>
          <a:spcPts val="40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41066-97F7-200C-E910-134E5560C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72700" y="23812"/>
            <a:ext cx="16230600" cy="2114552"/>
          </a:xfrm>
        </p:spPr>
        <p:txBody>
          <a:bodyPr>
            <a:normAutofit/>
          </a:bodyPr>
          <a:lstStyle/>
          <a:p>
            <a:r>
              <a:rPr lang="en-US" sz="12000" dirty="0"/>
              <a:t>The Nutrition Adventures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B62CFDF-B819-D5A7-DA01-BB54B23095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8137" y="442912"/>
            <a:ext cx="6599477" cy="1081088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28AA49ED-EE6C-AB91-D6F9-26B82E573A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90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175</TotalTime>
  <Words>3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The Nutrition Adventures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Moe Ko</dc:creator>
  <cp:lastModifiedBy>Moe Ko</cp:lastModifiedBy>
  <cp:revision>2</cp:revision>
  <dcterms:created xsi:type="dcterms:W3CDTF">2026-03-25T15:56:08Z</dcterms:created>
  <dcterms:modified xsi:type="dcterms:W3CDTF">2026-03-25T18:51:24Z</dcterms:modified>
</cp:coreProperties>
</file>