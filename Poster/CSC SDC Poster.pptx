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6576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26" d="100"/>
          <a:sy n="26" d="100"/>
        </p:scale>
        <p:origin x="195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4489452"/>
            <a:ext cx="31089600" cy="9550400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4408152"/>
            <a:ext cx="27432000" cy="6623048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4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6838958"/>
            <a:ext cx="31546800" cy="11410948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18357858"/>
            <a:ext cx="31546800" cy="6000748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15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24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460506"/>
            <a:ext cx="315468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6724652"/>
            <a:ext cx="15473360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0020300"/>
            <a:ext cx="1547336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6724652"/>
            <a:ext cx="15549564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0020300"/>
            <a:ext cx="15549564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54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2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54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3949706"/>
            <a:ext cx="18516600" cy="19494500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97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3949706"/>
            <a:ext cx="18516600" cy="19494500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69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160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460500"/>
            <a:ext cx="7886700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460500"/>
            <a:ext cx="23202900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63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460506"/>
            <a:ext cx="315468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7302500"/>
            <a:ext cx="315468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25425406"/>
            <a:ext cx="123444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3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41066-97F7-200C-E910-134E5560C7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CSC SDC Poster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D884C9-C812-D176-DE34-4A2ED23826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Team 43</a:t>
            </a:r>
          </a:p>
        </p:txBody>
      </p:sp>
    </p:spTree>
    <p:extLst>
      <p:ext uri="{BB962C8B-B14F-4D97-AF65-F5344CB8AC3E}">
        <p14:creationId xmlns:p14="http://schemas.microsoft.com/office/powerpoint/2010/main" val="320290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5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CSC SDC Poster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Moe Ko</dc:creator>
  <cp:lastModifiedBy>Moe Ko</cp:lastModifiedBy>
  <cp:revision>1</cp:revision>
  <dcterms:created xsi:type="dcterms:W3CDTF">2026-03-25T15:56:08Z</dcterms:created>
  <dcterms:modified xsi:type="dcterms:W3CDTF">2026-03-25T16:06:36Z</dcterms:modified>
</cp:coreProperties>
</file>