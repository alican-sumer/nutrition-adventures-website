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36576000" cy="2743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640" userDrawn="1">
          <p15:clr>
            <a:srgbClr val="A4A3A4"/>
          </p15:clr>
        </p15:guide>
        <p15:guide id="2" pos="115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25" d="100"/>
          <a:sy n="25" d="100"/>
        </p:scale>
        <p:origin x="1872" y="108"/>
      </p:cViewPr>
      <p:guideLst>
        <p:guide orient="horz" pos="8640"/>
        <p:guide pos="115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43200" y="4489452"/>
            <a:ext cx="31089600" cy="9550400"/>
          </a:xfrm>
        </p:spPr>
        <p:txBody>
          <a:bodyPr anchor="b"/>
          <a:lstStyle>
            <a:lvl1pPr algn="ctr">
              <a:defRPr sz="2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0" y="14408152"/>
            <a:ext cx="27432000" cy="6623048"/>
          </a:xfrm>
        </p:spPr>
        <p:txBody>
          <a:bodyPr/>
          <a:lstStyle>
            <a:lvl1pPr marL="0" indent="0" algn="ctr">
              <a:buNone/>
              <a:defRPr sz="9600"/>
            </a:lvl1pPr>
            <a:lvl2pPr marL="1828800" indent="0" algn="ctr">
              <a:buNone/>
              <a:defRPr sz="8000"/>
            </a:lvl2pPr>
            <a:lvl3pPr marL="3657600" indent="0" algn="ctr">
              <a:buNone/>
              <a:defRPr sz="7200"/>
            </a:lvl3pPr>
            <a:lvl4pPr marL="5486400" indent="0" algn="ctr">
              <a:buNone/>
              <a:defRPr sz="6400"/>
            </a:lvl4pPr>
            <a:lvl5pPr marL="7315200" indent="0" algn="ctr">
              <a:buNone/>
              <a:defRPr sz="6400"/>
            </a:lvl5pPr>
            <a:lvl6pPr marL="9144000" indent="0" algn="ctr">
              <a:buNone/>
              <a:defRPr sz="6400"/>
            </a:lvl6pPr>
            <a:lvl7pPr marL="10972800" indent="0" algn="ctr">
              <a:buNone/>
              <a:defRPr sz="6400"/>
            </a:lvl7pPr>
            <a:lvl8pPr marL="12801600" indent="0" algn="ctr">
              <a:buNone/>
              <a:defRPr sz="6400"/>
            </a:lvl8pPr>
            <a:lvl9pPr marL="14630400" indent="0" algn="ctr">
              <a:buNone/>
              <a:defRPr sz="64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484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692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95552" y="6838958"/>
            <a:ext cx="31546800" cy="11410948"/>
          </a:xfrm>
        </p:spPr>
        <p:txBody>
          <a:bodyPr anchor="b"/>
          <a:lstStyle>
            <a:lvl1pPr>
              <a:defRPr sz="2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95552" y="18357858"/>
            <a:ext cx="31546800" cy="6000748"/>
          </a:xfrm>
        </p:spPr>
        <p:txBody>
          <a:bodyPr/>
          <a:lstStyle>
            <a:lvl1pPr marL="0" indent="0">
              <a:buNone/>
              <a:defRPr sz="9600">
                <a:solidFill>
                  <a:schemeClr val="tx1">
                    <a:tint val="82000"/>
                  </a:schemeClr>
                </a:solidFill>
              </a:defRPr>
            </a:lvl1pPr>
            <a:lvl2pPr marL="1828800" indent="0">
              <a:buNone/>
              <a:defRPr sz="8000">
                <a:solidFill>
                  <a:schemeClr val="tx1">
                    <a:tint val="82000"/>
                  </a:schemeClr>
                </a:solidFill>
              </a:defRPr>
            </a:lvl2pPr>
            <a:lvl3pPr marL="3657600" indent="0">
              <a:buNone/>
              <a:defRPr sz="7200">
                <a:solidFill>
                  <a:schemeClr val="tx1">
                    <a:tint val="82000"/>
                  </a:schemeClr>
                </a:solidFill>
              </a:defRPr>
            </a:lvl3pPr>
            <a:lvl4pPr marL="5486400" indent="0">
              <a:buNone/>
              <a:defRPr sz="6400">
                <a:solidFill>
                  <a:schemeClr val="tx1">
                    <a:tint val="82000"/>
                  </a:schemeClr>
                </a:solidFill>
              </a:defRPr>
            </a:lvl4pPr>
            <a:lvl5pPr marL="7315200" indent="0">
              <a:buNone/>
              <a:defRPr sz="6400">
                <a:solidFill>
                  <a:schemeClr val="tx1">
                    <a:tint val="82000"/>
                  </a:schemeClr>
                </a:solidFill>
              </a:defRPr>
            </a:lvl5pPr>
            <a:lvl6pPr marL="9144000" indent="0">
              <a:buNone/>
              <a:defRPr sz="6400">
                <a:solidFill>
                  <a:schemeClr val="tx1">
                    <a:tint val="82000"/>
                  </a:schemeClr>
                </a:solidFill>
              </a:defRPr>
            </a:lvl6pPr>
            <a:lvl7pPr marL="10972800" indent="0">
              <a:buNone/>
              <a:defRPr sz="6400">
                <a:solidFill>
                  <a:schemeClr val="tx1">
                    <a:tint val="82000"/>
                  </a:schemeClr>
                </a:solidFill>
              </a:defRPr>
            </a:lvl7pPr>
            <a:lvl8pPr marL="12801600" indent="0">
              <a:buNone/>
              <a:defRPr sz="6400">
                <a:solidFill>
                  <a:schemeClr val="tx1">
                    <a:tint val="82000"/>
                  </a:schemeClr>
                </a:solidFill>
              </a:defRPr>
            </a:lvl8pPr>
            <a:lvl9pPr marL="14630400" indent="0">
              <a:buNone/>
              <a:defRPr sz="64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4152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4600" y="7302500"/>
            <a:ext cx="15544800" cy="17405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516600" y="7302500"/>
            <a:ext cx="15544800" cy="17405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4245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9364" y="1460506"/>
            <a:ext cx="31546800" cy="530225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9368" y="6724652"/>
            <a:ext cx="15473360" cy="3295648"/>
          </a:xfrm>
        </p:spPr>
        <p:txBody>
          <a:bodyPr anchor="b"/>
          <a:lstStyle>
            <a:lvl1pPr marL="0" indent="0">
              <a:buNone/>
              <a:defRPr sz="9600" b="1"/>
            </a:lvl1pPr>
            <a:lvl2pPr marL="1828800" indent="0">
              <a:buNone/>
              <a:defRPr sz="8000" b="1"/>
            </a:lvl2pPr>
            <a:lvl3pPr marL="3657600" indent="0">
              <a:buNone/>
              <a:defRPr sz="7200" b="1"/>
            </a:lvl3pPr>
            <a:lvl4pPr marL="5486400" indent="0">
              <a:buNone/>
              <a:defRPr sz="6400" b="1"/>
            </a:lvl4pPr>
            <a:lvl5pPr marL="7315200" indent="0">
              <a:buNone/>
              <a:defRPr sz="6400" b="1"/>
            </a:lvl5pPr>
            <a:lvl6pPr marL="9144000" indent="0">
              <a:buNone/>
              <a:defRPr sz="6400" b="1"/>
            </a:lvl6pPr>
            <a:lvl7pPr marL="10972800" indent="0">
              <a:buNone/>
              <a:defRPr sz="6400" b="1"/>
            </a:lvl7pPr>
            <a:lvl8pPr marL="12801600" indent="0">
              <a:buNone/>
              <a:defRPr sz="6400" b="1"/>
            </a:lvl8pPr>
            <a:lvl9pPr marL="14630400" indent="0">
              <a:buNone/>
              <a:defRPr sz="6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19368" y="10020300"/>
            <a:ext cx="15473360" cy="14738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516602" y="6724652"/>
            <a:ext cx="15549564" cy="3295648"/>
          </a:xfrm>
        </p:spPr>
        <p:txBody>
          <a:bodyPr anchor="b"/>
          <a:lstStyle>
            <a:lvl1pPr marL="0" indent="0">
              <a:buNone/>
              <a:defRPr sz="9600" b="1"/>
            </a:lvl1pPr>
            <a:lvl2pPr marL="1828800" indent="0">
              <a:buNone/>
              <a:defRPr sz="8000" b="1"/>
            </a:lvl2pPr>
            <a:lvl3pPr marL="3657600" indent="0">
              <a:buNone/>
              <a:defRPr sz="7200" b="1"/>
            </a:lvl3pPr>
            <a:lvl4pPr marL="5486400" indent="0">
              <a:buNone/>
              <a:defRPr sz="6400" b="1"/>
            </a:lvl4pPr>
            <a:lvl5pPr marL="7315200" indent="0">
              <a:buNone/>
              <a:defRPr sz="6400" b="1"/>
            </a:lvl5pPr>
            <a:lvl6pPr marL="9144000" indent="0">
              <a:buNone/>
              <a:defRPr sz="6400" b="1"/>
            </a:lvl6pPr>
            <a:lvl7pPr marL="10972800" indent="0">
              <a:buNone/>
              <a:defRPr sz="6400" b="1"/>
            </a:lvl7pPr>
            <a:lvl8pPr marL="12801600" indent="0">
              <a:buNone/>
              <a:defRPr sz="6400" b="1"/>
            </a:lvl8pPr>
            <a:lvl9pPr marL="14630400" indent="0">
              <a:buNone/>
              <a:defRPr sz="6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516602" y="10020300"/>
            <a:ext cx="15549564" cy="14738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6541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02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0549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9364" y="1828800"/>
            <a:ext cx="11796712" cy="6400800"/>
          </a:xfrm>
        </p:spPr>
        <p:txBody>
          <a:bodyPr anchor="b"/>
          <a:lstStyle>
            <a:lvl1pPr>
              <a:defRPr sz="1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549564" y="3949706"/>
            <a:ext cx="18516600" cy="19494500"/>
          </a:xfrm>
        </p:spPr>
        <p:txBody>
          <a:bodyPr/>
          <a:lstStyle>
            <a:lvl1pPr>
              <a:defRPr sz="12800"/>
            </a:lvl1pPr>
            <a:lvl2pPr>
              <a:defRPr sz="11200"/>
            </a:lvl2pPr>
            <a:lvl3pPr>
              <a:defRPr sz="9600"/>
            </a:lvl3pPr>
            <a:lvl4pPr>
              <a:defRPr sz="8000"/>
            </a:lvl4pPr>
            <a:lvl5pPr>
              <a:defRPr sz="8000"/>
            </a:lvl5pPr>
            <a:lvl6pPr>
              <a:defRPr sz="8000"/>
            </a:lvl6pPr>
            <a:lvl7pPr>
              <a:defRPr sz="8000"/>
            </a:lvl7pPr>
            <a:lvl8pPr>
              <a:defRPr sz="8000"/>
            </a:lvl8pPr>
            <a:lvl9pPr>
              <a:defRPr sz="8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19364" y="8229600"/>
            <a:ext cx="11796712" cy="15246352"/>
          </a:xfrm>
        </p:spPr>
        <p:txBody>
          <a:bodyPr/>
          <a:lstStyle>
            <a:lvl1pPr marL="0" indent="0">
              <a:buNone/>
              <a:defRPr sz="6400"/>
            </a:lvl1pPr>
            <a:lvl2pPr marL="1828800" indent="0">
              <a:buNone/>
              <a:defRPr sz="5600"/>
            </a:lvl2pPr>
            <a:lvl3pPr marL="3657600" indent="0">
              <a:buNone/>
              <a:defRPr sz="4800"/>
            </a:lvl3pPr>
            <a:lvl4pPr marL="5486400" indent="0">
              <a:buNone/>
              <a:defRPr sz="4000"/>
            </a:lvl4pPr>
            <a:lvl5pPr marL="7315200" indent="0">
              <a:buNone/>
              <a:defRPr sz="4000"/>
            </a:lvl5pPr>
            <a:lvl6pPr marL="9144000" indent="0">
              <a:buNone/>
              <a:defRPr sz="4000"/>
            </a:lvl6pPr>
            <a:lvl7pPr marL="10972800" indent="0">
              <a:buNone/>
              <a:defRPr sz="4000"/>
            </a:lvl7pPr>
            <a:lvl8pPr marL="12801600" indent="0">
              <a:buNone/>
              <a:defRPr sz="4000"/>
            </a:lvl8pPr>
            <a:lvl9pPr marL="14630400" indent="0">
              <a:buNone/>
              <a:defRPr sz="4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5979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9364" y="1828800"/>
            <a:ext cx="11796712" cy="6400800"/>
          </a:xfrm>
        </p:spPr>
        <p:txBody>
          <a:bodyPr anchor="b"/>
          <a:lstStyle>
            <a:lvl1pPr>
              <a:defRPr sz="1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549564" y="3949706"/>
            <a:ext cx="18516600" cy="19494500"/>
          </a:xfrm>
        </p:spPr>
        <p:txBody>
          <a:bodyPr anchor="t"/>
          <a:lstStyle>
            <a:lvl1pPr marL="0" indent="0">
              <a:buNone/>
              <a:defRPr sz="12800"/>
            </a:lvl1pPr>
            <a:lvl2pPr marL="1828800" indent="0">
              <a:buNone/>
              <a:defRPr sz="11200"/>
            </a:lvl2pPr>
            <a:lvl3pPr marL="3657600" indent="0">
              <a:buNone/>
              <a:defRPr sz="9600"/>
            </a:lvl3pPr>
            <a:lvl4pPr marL="5486400" indent="0">
              <a:buNone/>
              <a:defRPr sz="8000"/>
            </a:lvl4pPr>
            <a:lvl5pPr marL="7315200" indent="0">
              <a:buNone/>
              <a:defRPr sz="8000"/>
            </a:lvl5pPr>
            <a:lvl6pPr marL="9144000" indent="0">
              <a:buNone/>
              <a:defRPr sz="8000"/>
            </a:lvl6pPr>
            <a:lvl7pPr marL="10972800" indent="0">
              <a:buNone/>
              <a:defRPr sz="8000"/>
            </a:lvl7pPr>
            <a:lvl8pPr marL="12801600" indent="0">
              <a:buNone/>
              <a:defRPr sz="8000"/>
            </a:lvl8pPr>
            <a:lvl9pPr marL="14630400" indent="0">
              <a:buNone/>
              <a:defRPr sz="8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19364" y="8229600"/>
            <a:ext cx="11796712" cy="15246352"/>
          </a:xfrm>
        </p:spPr>
        <p:txBody>
          <a:bodyPr/>
          <a:lstStyle>
            <a:lvl1pPr marL="0" indent="0">
              <a:buNone/>
              <a:defRPr sz="6400"/>
            </a:lvl1pPr>
            <a:lvl2pPr marL="1828800" indent="0">
              <a:buNone/>
              <a:defRPr sz="5600"/>
            </a:lvl2pPr>
            <a:lvl3pPr marL="3657600" indent="0">
              <a:buNone/>
              <a:defRPr sz="4800"/>
            </a:lvl3pPr>
            <a:lvl4pPr marL="5486400" indent="0">
              <a:buNone/>
              <a:defRPr sz="4000"/>
            </a:lvl4pPr>
            <a:lvl5pPr marL="7315200" indent="0">
              <a:buNone/>
              <a:defRPr sz="4000"/>
            </a:lvl5pPr>
            <a:lvl6pPr marL="9144000" indent="0">
              <a:buNone/>
              <a:defRPr sz="4000"/>
            </a:lvl6pPr>
            <a:lvl7pPr marL="10972800" indent="0">
              <a:buNone/>
              <a:defRPr sz="4000"/>
            </a:lvl7pPr>
            <a:lvl8pPr marL="12801600" indent="0">
              <a:buNone/>
              <a:defRPr sz="4000"/>
            </a:lvl8pPr>
            <a:lvl9pPr marL="14630400" indent="0">
              <a:buNone/>
              <a:defRPr sz="4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5693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1608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6174702" y="1460500"/>
            <a:ext cx="7886700" cy="2324735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14602" y="1460500"/>
            <a:ext cx="23202900" cy="2324735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3631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14600" y="1460506"/>
            <a:ext cx="31546800" cy="53022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4600" y="7302500"/>
            <a:ext cx="31546800" cy="174053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514600" y="25425406"/>
            <a:ext cx="82296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9B830F-8D59-4B23-9C61-1E12B66C3D45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115800" y="25425406"/>
            <a:ext cx="123444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831800" y="25425406"/>
            <a:ext cx="82296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936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57600" rtl="0" eaLnBrk="1" latinLnBrk="0" hangingPunct="1">
        <a:lnSpc>
          <a:spcPct val="90000"/>
        </a:lnSpc>
        <a:spcBef>
          <a:spcPct val="0"/>
        </a:spcBef>
        <a:buNone/>
        <a:defRPr sz="17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14400" indent="-914400" algn="l" defTabSz="3657600" rtl="0" eaLnBrk="1" latinLnBrk="0" hangingPunct="1">
        <a:lnSpc>
          <a:spcPct val="90000"/>
        </a:lnSpc>
        <a:spcBef>
          <a:spcPts val="4000"/>
        </a:spcBef>
        <a:buFont typeface="Arial" panose="020B0604020202020204" pitchFamily="34" charset="0"/>
        <a:buChar char="•"/>
        <a:defRPr sz="11200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8000" kern="1200">
          <a:solidFill>
            <a:schemeClr val="tx1"/>
          </a:solidFill>
          <a:latin typeface="+mn-lt"/>
          <a:ea typeface="+mn-ea"/>
          <a:cs typeface="+mn-cs"/>
        </a:defRPr>
      </a:lvl3pPr>
      <a:lvl4pPr marL="64008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4pPr>
      <a:lvl5pPr marL="82296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5pPr>
      <a:lvl6pPr marL="100584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6pPr>
      <a:lvl7pPr marL="118872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7pPr>
      <a:lvl8pPr marL="137160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8pPr>
      <a:lvl9pPr marL="155448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1pPr>
      <a:lvl2pPr marL="18288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2pPr>
      <a:lvl3pPr marL="36576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3pPr>
      <a:lvl4pPr marL="54864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4pPr>
      <a:lvl5pPr marL="73152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6pPr>
      <a:lvl7pPr marL="109728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7pPr>
      <a:lvl8pPr marL="128016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8pPr>
      <a:lvl9pPr marL="146304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41066-97F7-200C-E910-134E5560C7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172700" y="0"/>
            <a:ext cx="16230600" cy="2114552"/>
          </a:xfrm>
        </p:spPr>
        <p:txBody>
          <a:bodyPr>
            <a:normAutofit fontScale="90000"/>
          </a:bodyPr>
          <a:lstStyle/>
          <a:p>
            <a:r>
              <a:rPr lang="en-US" sz="12000" b="1" dirty="0"/>
              <a:t>The Nutrition Adventures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B62CFDF-B819-D5A7-DA01-BB54B23095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8137" y="540544"/>
            <a:ext cx="9110663" cy="1492456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5BC47AF0-1970-3A10-DEAF-3DE790815B08}"/>
              </a:ext>
            </a:extLst>
          </p:cNvPr>
          <p:cNvSpPr txBox="1">
            <a:spLocks/>
          </p:cNvSpPr>
          <p:nvPr/>
        </p:nvSpPr>
        <p:spPr>
          <a:xfrm>
            <a:off x="10991850" y="2114552"/>
            <a:ext cx="14592300" cy="173354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2500" lnSpcReduction="20000"/>
          </a:bodyPr>
          <a:lstStyle>
            <a:lvl1pPr algn="ctr" defTabSz="3657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20000"/>
              </a:lnSpc>
            </a:pPr>
            <a:r>
              <a:rPr lang="en-US" sz="6000" b="1" dirty="0"/>
              <a:t>Moe Ko, Juni Qureshi, </a:t>
            </a:r>
            <a:r>
              <a:rPr lang="en-US" sz="6000" b="1" dirty="0" err="1"/>
              <a:t>Snehanshu</a:t>
            </a:r>
            <a:r>
              <a:rPr lang="en-US" sz="6000" b="1" dirty="0"/>
              <a:t> Samanta, </a:t>
            </a:r>
          </a:p>
          <a:p>
            <a:pPr>
              <a:lnSpc>
                <a:spcPct val="120000"/>
              </a:lnSpc>
            </a:pPr>
            <a:r>
              <a:rPr lang="en-US" sz="6000" b="1" dirty="0"/>
              <a:t>Matthew </a:t>
            </a:r>
            <a:r>
              <a:rPr lang="en-US" sz="6000" b="1" dirty="0" err="1"/>
              <a:t>Shooman</a:t>
            </a:r>
            <a:r>
              <a:rPr lang="en-US" sz="6000" b="1" dirty="0"/>
              <a:t>, Alican Sumer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D411BE-932F-EE06-DF72-52D5D8F637F2}"/>
              </a:ext>
            </a:extLst>
          </p:cNvPr>
          <p:cNvSpPr txBox="1"/>
          <p:nvPr/>
        </p:nvSpPr>
        <p:spPr>
          <a:xfrm>
            <a:off x="26750963" y="540544"/>
            <a:ext cx="94869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/>
              <a:t>[INSERT SPONSOR LOGO]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C3BA45-15FF-D3C7-97B6-91F77915A785}"/>
              </a:ext>
            </a:extLst>
          </p:cNvPr>
          <p:cNvSpPr txBox="1"/>
          <p:nvPr/>
        </p:nvSpPr>
        <p:spPr>
          <a:xfrm>
            <a:off x="800100" y="4572000"/>
            <a:ext cx="7043851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400" dirty="0"/>
              <a:t>Problem Statement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CD8128-4DFE-71A1-A0CC-C045FCD55B61}"/>
              </a:ext>
            </a:extLst>
          </p:cNvPr>
          <p:cNvSpPr txBox="1"/>
          <p:nvPr/>
        </p:nvSpPr>
        <p:spPr>
          <a:xfrm>
            <a:off x="800100" y="15506700"/>
            <a:ext cx="784702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400" dirty="0"/>
              <a:t>Project Requirements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E8103C-E4BE-1BB1-AD3A-4DB3F998EC95}"/>
              </a:ext>
            </a:extLst>
          </p:cNvPr>
          <p:cNvSpPr txBox="1"/>
          <p:nvPr/>
        </p:nvSpPr>
        <p:spPr>
          <a:xfrm>
            <a:off x="22464414" y="4572000"/>
            <a:ext cx="262443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400" dirty="0"/>
              <a:t>Design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0C8A14-BAF8-6EE3-8A52-1B59464C6252}"/>
              </a:ext>
            </a:extLst>
          </p:cNvPr>
          <p:cNvSpPr txBox="1"/>
          <p:nvPr/>
        </p:nvSpPr>
        <p:spPr>
          <a:xfrm>
            <a:off x="28732049" y="15468600"/>
            <a:ext cx="2650084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400" dirty="0"/>
              <a:t>Testing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9DE0F53-B039-28EA-B5C8-A24BD4431E1F}"/>
              </a:ext>
            </a:extLst>
          </p:cNvPr>
          <p:cNvSpPr txBox="1"/>
          <p:nvPr/>
        </p:nvSpPr>
        <p:spPr>
          <a:xfrm>
            <a:off x="17391761" y="15506700"/>
            <a:ext cx="179247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400" dirty="0"/>
              <a:t>MAP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3A7FF4-2B65-3FAA-DF2E-2D69CAD8EDBD}"/>
              </a:ext>
            </a:extLst>
          </p:cNvPr>
          <p:cNvSpPr txBox="1"/>
          <p:nvPr/>
        </p:nvSpPr>
        <p:spPr>
          <a:xfrm>
            <a:off x="12195575" y="8692515"/>
            <a:ext cx="5196186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400" dirty="0"/>
              <a:t>HIGH LEVEL DESIGN DIAGRAM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E6252E-F7C1-B447-456D-104E54C3F395}"/>
              </a:ext>
            </a:extLst>
          </p:cNvPr>
          <p:cNvSpPr txBox="1"/>
          <p:nvPr/>
        </p:nvSpPr>
        <p:spPr>
          <a:xfrm>
            <a:off x="21178539" y="8692515"/>
            <a:ext cx="519618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400" dirty="0"/>
              <a:t>TWINE STORY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E123D4-5499-DAD5-9A1A-705429796B50}"/>
              </a:ext>
            </a:extLst>
          </p:cNvPr>
          <p:cNvSpPr txBox="1"/>
          <p:nvPr/>
        </p:nvSpPr>
        <p:spPr>
          <a:xfrm>
            <a:off x="30057091" y="8692515"/>
            <a:ext cx="5196186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400" dirty="0"/>
              <a:t>WEBAPP PAGE</a:t>
            </a:r>
          </a:p>
        </p:txBody>
      </p:sp>
    </p:spTree>
    <p:extLst>
      <p:ext uri="{BB962C8B-B14F-4D97-AF65-F5344CB8AC3E}">
        <p14:creationId xmlns:p14="http://schemas.microsoft.com/office/powerpoint/2010/main" val="3202904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814</TotalTime>
  <Words>37</Words>
  <Application>Microsoft Office PowerPoint</Application>
  <PresentationFormat>Custom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The Nutrition Adventures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Moe Ko</dc:creator>
  <cp:lastModifiedBy>Moe Ko</cp:lastModifiedBy>
  <cp:revision>3</cp:revision>
  <dcterms:created xsi:type="dcterms:W3CDTF">2026-03-25T15:56:08Z</dcterms:created>
  <dcterms:modified xsi:type="dcterms:W3CDTF">2026-03-27T04:45:50Z</dcterms:modified>
</cp:coreProperties>
</file>